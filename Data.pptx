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068B762-7B46-4E46-B3B9-96D059D5967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hyperlink" Target="https://apachebooster.com/blog/different-types-of-storage-object-vs-file-vs-block-storage/" TargetMode="External"/><Relationship Id="rId2" Type="http://schemas.openxmlformats.org/officeDocument/2006/relationships/slide" Target="../slides/slide3.xml"/><Relationship Id="rId3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hyperlink" Target="https://blog.internxt.com/object-vs-file-vs-block-storage/" TargetMode="External"/><Relationship Id="rId2" Type="http://schemas.openxmlformats.org/officeDocument/2006/relationships/slide" Target="../slides/slide4.xml"/><Relationship Id="rId3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hyperlink" Target="https://blog.internxt.com/object-vs-file-vs-block-storage/" TargetMode="External"/><Relationship Id="rId2" Type="http://schemas.openxmlformats.org/officeDocument/2006/relationships/slide" Target="../slides/slide5.xml"/><Relationship Id="rId3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hyperlink" Target="https://ivov.dev/notes/s3-object-storage" TargetMode="External"/><Relationship Id="rId2" Type="http://schemas.openxmlformats.org/officeDocument/2006/relationships/slide" Target="../slides/slide6.xml"/><Relationship Id="rId3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hyperlink" Target="https://upcloud.com/global/blog/comparison-guide-object-storage-vs-block-storage/" TargetMode="External"/><Relationship Id="rId2" Type="http://schemas.openxmlformats.org/officeDocument/2006/relationships/slide" Target="../slides/slide7.xml"/><Relationship Id="rId3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hyperlink" Target="https://docs.aws.amazon.com/architecture-diagrams/latest/modern-data-analytics-on-aws/modern-data-analytics-on-aws.html" TargetMode="External"/><Relationship Id="rId2" Type="http://schemas.openxmlformats.org/officeDocument/2006/relationships/slide" Target="../slides/slide9.xml"/><Relationship Id="rId3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hyperlink" Target="https://nearshore-it.eu/articles/unveiling-data-mesh-architecture-principles/" TargetMode="External"/><Relationship Id="rId2" Type="http://schemas.openxmlformats.org/officeDocument/2006/relationships/slide" Target="../slides/slide10.xml"/><Relationship Id="rId3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https://apachebooster.com/blog/different-types-of-storage-object-vs-file-vs-block-storage/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https://blog.internxt.com/object-vs-file-vs-block-storage/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https://blog.internxt.com/object-vs-file-vs-block-storage/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https://ivov.dev/notes/s3-object-storage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https://upcloud.com/global/blog/comparison-guide-object-storage-vs-block-storage/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https://docs.aws.amazon.com/architecture-diagrams/latest/modern-data-analytics-on-aws/modern-data-analytics-on-aws.html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https://nearshore-it.eu/articles/unveiling-data-mesh-architecture-principles/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7ABAA9-23F9-4A2D-8468-64DE2BD04A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A44B9F-364A-4166-B3E2-ECF7FFB1D3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04FBF2-52F9-4419-A147-446A4F12E7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92B4FB5-7BF1-4547-B431-F76E799409E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</a:t>
            </a:r>
            <a:br>
              <a:rPr sz="4400"/>
            </a:b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 Guide</a:t>
            </a:r>
            <a:br>
              <a:rPr sz="4400"/>
            </a:b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5/29/26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Storage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Types of Storage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2614680" y="1654920"/>
            <a:ext cx="5154120" cy="294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1156680" y="716760"/>
            <a:ext cx="7980120" cy="443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"/>
          <p:cNvPicPr/>
          <p:nvPr/>
        </p:nvPicPr>
        <p:blipFill>
          <a:blip r:embed="rId1"/>
          <a:stretch/>
        </p:blipFill>
        <p:spPr>
          <a:xfrm>
            <a:off x="951840" y="1341000"/>
            <a:ext cx="7952040" cy="397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542520" y="1807560"/>
            <a:ext cx="9124560" cy="312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652680" y="1182960"/>
            <a:ext cx="8437320" cy="436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AWS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1482120" y="1310400"/>
            <a:ext cx="7152120" cy="372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Architecture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1978200" y="1224720"/>
            <a:ext cx="6053760" cy="400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Evolution of Data Architecture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Data Warehouse Challenges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1550160" y="1703880"/>
            <a:ext cx="7031520" cy="297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Lake Challenges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"/>
          <p:cNvPicPr/>
          <p:nvPr/>
        </p:nvPicPr>
        <p:blipFill>
          <a:blip r:embed="rId1"/>
          <a:stretch/>
        </p:blipFill>
        <p:spPr>
          <a:xfrm>
            <a:off x="1244880" y="1525680"/>
            <a:ext cx="7670160" cy="324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Lakehouse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1614600" y="1320480"/>
            <a:ext cx="6978960" cy="332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Mesh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2010600" y="1244520"/>
            <a:ext cx="5949720" cy="409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/>
          <p:cNvPicPr/>
          <p:nvPr/>
        </p:nvPicPr>
        <p:blipFill>
          <a:blip r:embed="rId1"/>
          <a:stretch/>
        </p:blipFill>
        <p:spPr>
          <a:xfrm>
            <a:off x="1602720" y="1172520"/>
            <a:ext cx="6758280" cy="426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AWS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Application>LibreOffice/26.2.1.2$MacOSX_AARCH64 LibreOffice_project/8399f6259d8c87f40e7255cdb3c9b958f5e08948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2026-05-19T16:57:21Z</dcterms:created>
  <dc:creator/>
  <dc:description/>
  <dc:language>en-US</dc:language>
  <cp:lastModifiedBy/>
  <dcterms:modified xsi:type="dcterms:W3CDTF">2026-05-29T18:31:05Z</dcterms:modified>
  <cp:revision>10</cp:revision>
  <dc:subject/>
  <dc:title/>
</cp:coreProperties>
</file>