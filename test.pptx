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59C8EE-54A9-4C95-A130-5AA1D9D132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7BC33CA-F66E-4520-8BE9-33D269D985F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RAG Pipeline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" name=""/>
          <p:cNvPicPr/>
          <p:nvPr/>
        </p:nvPicPr>
        <p:blipFill>
          <a:blip r:embed="rId1"/>
          <a:stretch/>
        </p:blipFill>
        <p:spPr>
          <a:xfrm>
            <a:off x="363960" y="1513080"/>
            <a:ext cx="9431640" cy="3716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LibreOffice/26.2.1.2$MacOSX_AARCH64 LibreOffice_project/8399f6259d8c87f40e7255cdb3c9b958f5e08948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2026-05-22T14:56:10Z</dcterms:created>
  <dc:creator/>
  <dc:description/>
  <dc:language>en-US</dc:language>
  <cp:lastModifiedBy/>
  <dcterms:modified xsi:type="dcterms:W3CDTF">2026-05-22T14:57:05Z</dcterms:modified>
  <cp:revision>1</cp:revision>
  <dc:subject/>
  <dc:title/>
</cp:coreProperties>
</file>